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ADE42-922F-0F87-B97F-FD158B7511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C32F3B-5D68-28B6-9ADD-CCED3EF570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7FBD0-D83F-FE4C-67E6-9F91A8095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548C0-135A-4994-AFCB-5F98B5FAB3CB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CFBBF-C2CB-BF80-A957-17A6C7517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5513F-F1A3-D855-DE1F-CDD2B12A8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E5225-4CB0-4963-A30E-1B1CAD3CD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340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E275E-F7EB-8C41-F569-04D1A4CD7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72B62-9C6D-8FA4-AFC7-134866541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1C3BD-2F3F-70EC-84B2-F7F044231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548C0-135A-4994-AFCB-5F98B5FAB3CB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A35F7-6594-F086-86C5-1C59679DB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B2BEE-4110-B8F4-58B6-400BC8FCB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E5225-4CB0-4963-A30E-1B1CAD3CD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19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2C5F9-DD38-D4AB-4B67-D16D70F53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5D25C9-827E-5705-D079-5F140D890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14B99-E47B-F994-B475-3B99807C5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548C0-135A-4994-AFCB-5F98B5FAB3CB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D04CE-850D-AAE6-DEF7-447E1CA88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2A85B-97C6-33D3-5B8D-D6D7F7851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E5225-4CB0-4963-A30E-1B1CAD3CD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758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15F27-BE56-44DA-BFDA-296EF58C1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70C38-7D69-7FC5-E7E4-278C791DF5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697857-580B-71F2-57BC-143C52B389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55CE80-4891-59FA-1B48-2040A31AB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548C0-135A-4994-AFCB-5F98B5FAB3CB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8EAEDA-3BA2-172E-56D1-31C81544A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A908CD-FD9F-6DC3-CACA-2CF0958FE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E5225-4CB0-4963-A30E-1B1CAD3CD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180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83977-B2C3-1BBB-53E1-042502156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51511D-FABE-D559-8447-B3E3A62AB0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85CA3B-94FC-EEFE-F9F2-6A484C3556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512BD1-88E7-9CBB-0879-545AB0F5D8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F7B47E-40D1-416A-AAB9-1E15C6A19B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5A00C2-67BF-E271-8622-3AE6E454D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548C0-135A-4994-AFCB-5F98B5FAB3CB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B194CF-928B-46C8-1F94-DCD443FB6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234EF8-3704-D048-BA7C-522625814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E5225-4CB0-4963-A30E-1B1CAD3CD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934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E594A-E2A8-C2CC-8326-C5D8B1882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458CCD-00B1-C1DE-254A-D6EBBE32E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548C0-135A-4994-AFCB-5F98B5FAB3CB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3C2B98-4603-F4AF-E6C2-36D9757EE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98234F-EB41-4AD0-2F01-3C5C0D92F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E5225-4CB0-4963-A30E-1B1CAD3CD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356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F61B54-F468-491A-C395-203C341EF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548C0-135A-4994-AFCB-5F98B5FAB3CB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1321DB-8458-6D80-55D7-9EC36F2BF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80D16E-C6E3-5B33-B58D-DEB338905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E5225-4CB0-4963-A30E-1B1CAD3CD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819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F2BC0-D98A-7037-0E64-D5F2E7FE3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CB7D4-EF6D-60DA-4AD2-B2C3DFF88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EF275A-E8EA-93F2-4D96-2E75836126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3A8A20-D6F6-5354-5ACA-0FF3CFFA8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548C0-135A-4994-AFCB-5F98B5FAB3CB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ADFD78-017B-9F25-283B-0A607AF19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C61CF4-9442-A985-E414-2FA8203CD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E5225-4CB0-4963-A30E-1B1CAD3CD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21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CD710-0595-4920-2EC4-47DDB4E6E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C1489D-B375-D06C-6F9A-3064F295DB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F35323-6EAD-E749-7AAD-F5CC27713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AFBF47-3A3E-998E-45B2-02711B94F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548C0-135A-4994-AFCB-5F98B5FAB3CB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ED76DC-970E-AFA9-C660-15660AE5D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22923D-082C-73A2-D8C9-CA92574AA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E5225-4CB0-4963-A30E-1B1CAD3CD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725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D1D5B-E917-75A4-67DA-7DAE465AA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6E7833-0262-3D61-8D57-F05B3BBB1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BC8BB-1413-EDF4-AF11-2AD8F5028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548C0-135A-4994-AFCB-5F98B5FAB3CB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3D37F-0C2A-0134-66DB-2F7CBE969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348CE-6E82-405F-6657-319F34A4D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E5225-4CB0-4963-A30E-1B1CAD3CD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13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28F8B5-AD99-0239-EBAA-25C54D669E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B90F79-1157-8C70-3703-6E0D7FFD50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1AF5B-2F73-314F-D7A6-C1A2410E2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548C0-135A-4994-AFCB-5F98B5FAB3CB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105B4-2C7D-1B5D-D0D5-A790F8FCD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0BF36-244B-9FFE-86FF-0A7ACC8F8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E5225-4CB0-4963-A30E-1B1CAD3CD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319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04401A-3484-9679-738E-E5990BD5D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B925CA-5331-D36C-145E-FD0E11CB4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BCFAF-447D-CC19-EA03-B510FBDA47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D548C0-135A-4994-AFCB-5F98B5FAB3CB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1F21E7-EFF0-FFFA-D868-146A27F26F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2A37E-CBD1-D865-91C0-196BD661B6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5E5225-4CB0-4963-A30E-1B1CAD3CD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040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4F2FAEF-AB6F-6761-CAE0-829AF5E514DF}"/>
              </a:ext>
            </a:extLst>
          </p:cNvPr>
          <p:cNvGrpSpPr/>
          <p:nvPr/>
        </p:nvGrpSpPr>
        <p:grpSpPr>
          <a:xfrm>
            <a:off x="3351984" y="767992"/>
            <a:ext cx="5453056" cy="5131383"/>
            <a:chOff x="3351984" y="767992"/>
            <a:chExt cx="5453056" cy="5131383"/>
          </a:xfrm>
        </p:grpSpPr>
        <p:pic>
          <p:nvPicPr>
            <p:cNvPr id="22" name="Content Placeholder 10" descr="A graph with a red line and a dotted line&#10;&#10;AI-generated content may be incorrect.">
              <a:extLst>
                <a:ext uri="{FF2B5EF4-FFF2-40B4-BE49-F238E27FC236}">
                  <a16:creationId xmlns:a16="http://schemas.microsoft.com/office/drawing/2014/main" id="{BA9E2936-110E-1252-4B49-0BD0CD036DEE}"/>
                </a:ext>
              </a:extLst>
            </p:cNvPr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3674" y="3613375"/>
              <a:ext cx="2148840" cy="2286000"/>
            </a:xfrm>
            <a:prstGeom prst="rect">
              <a:avLst/>
            </a:prstGeom>
          </p:spPr>
        </p:pic>
        <p:pic>
          <p:nvPicPr>
            <p:cNvPr id="21" name="Picture 20" descr="A graph with a red line and a dotted line&#10;&#10;AI-generated content may be incorrect.">
              <a:extLst>
                <a:ext uri="{FF2B5EF4-FFF2-40B4-BE49-F238E27FC236}">
                  <a16:creationId xmlns:a16="http://schemas.microsoft.com/office/drawing/2014/main" id="{04F5F870-2029-CE03-7095-E6F11458B378}"/>
                </a:ext>
              </a:extLst>
            </p:cNvPr>
            <p:cNvPicPr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3674" y="1143000"/>
              <a:ext cx="2148840" cy="2286000"/>
            </a:xfrm>
            <a:prstGeom prst="rect">
              <a:avLst/>
            </a:prstGeom>
          </p:spPr>
        </p:pic>
        <p:pic>
          <p:nvPicPr>
            <p:cNvPr id="20" name="Picture 19" descr="A graph with a red line and a red line&#10;&#10;AI-generated content may be incorrect.">
              <a:extLst>
                <a:ext uri="{FF2B5EF4-FFF2-40B4-BE49-F238E27FC236}">
                  <a16:creationId xmlns:a16="http://schemas.microsoft.com/office/drawing/2014/main" id="{E330DD1F-5A61-2FA9-9187-87FA29AF9FBC}"/>
                </a:ext>
              </a:extLst>
            </p:cNvPr>
            <p:cNvPicPr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2319" y="3613375"/>
              <a:ext cx="2148840" cy="2286000"/>
            </a:xfrm>
            <a:prstGeom prst="rect">
              <a:avLst/>
            </a:prstGeom>
          </p:spPr>
        </p:pic>
        <p:pic>
          <p:nvPicPr>
            <p:cNvPr id="19" name="Content Placeholder 4" descr="A graph with a red line and a red line&#10;&#10;AI-generated content may be incorrect.">
              <a:extLst>
                <a:ext uri="{FF2B5EF4-FFF2-40B4-BE49-F238E27FC236}">
                  <a16:creationId xmlns:a16="http://schemas.microsoft.com/office/drawing/2014/main" id="{ABDEDB28-0692-B3E7-F9D7-3669017224B7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2319" y="1143000"/>
              <a:ext cx="2148840" cy="22860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E82A689-96C3-3DE5-F1F7-260D78D35A85}"/>
                </a:ext>
              </a:extLst>
            </p:cNvPr>
            <p:cNvSpPr txBox="1"/>
            <p:nvPr/>
          </p:nvSpPr>
          <p:spPr>
            <a:xfrm>
              <a:off x="3351984" y="767992"/>
              <a:ext cx="26295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Original Dataset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CE98C11-179F-0DF3-2774-1802415ECAE2}"/>
                </a:ext>
              </a:extLst>
            </p:cNvPr>
            <p:cNvSpPr txBox="1"/>
            <p:nvPr/>
          </p:nvSpPr>
          <p:spPr>
            <a:xfrm>
              <a:off x="3450329" y="1143000"/>
              <a:ext cx="2852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latin typeface="Arial" panose="020B0604020202020204" pitchFamily="34" charset="0"/>
                  <a:ea typeface="ADLaM Display" panose="020F0502020204030204" pitchFamily="2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B4D0F71-3F46-6935-EB5B-4C079179505C}"/>
                </a:ext>
              </a:extLst>
            </p:cNvPr>
            <p:cNvSpPr txBox="1"/>
            <p:nvPr/>
          </p:nvSpPr>
          <p:spPr>
            <a:xfrm>
              <a:off x="3450329" y="3625018"/>
              <a:ext cx="2852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latin typeface="Arial" panose="020B0604020202020204" pitchFamily="34" charset="0"/>
                  <a:ea typeface="ADLaM Display" panose="020F0502020204030204" pitchFamily="2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37453A5-0C84-A649-206B-47AF8DD221D1}"/>
                </a:ext>
              </a:extLst>
            </p:cNvPr>
            <p:cNvSpPr txBox="1"/>
            <p:nvPr/>
          </p:nvSpPr>
          <p:spPr>
            <a:xfrm>
              <a:off x="6210998" y="1143000"/>
              <a:ext cx="2852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latin typeface="Arial" panose="020B0604020202020204" pitchFamily="34" charset="0"/>
                  <a:ea typeface="ADLaM Display" panose="020F0502020204030204" pitchFamily="2" charset="0"/>
                  <a:cs typeface="Arial" panose="020B0604020202020204" pitchFamily="34" charset="0"/>
                </a:rPr>
                <a:t>C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1844173-A0C9-DCEC-5C7F-6AC7030AF980}"/>
                </a:ext>
              </a:extLst>
            </p:cNvPr>
            <p:cNvSpPr txBox="1"/>
            <p:nvPr/>
          </p:nvSpPr>
          <p:spPr>
            <a:xfrm>
              <a:off x="6211000" y="3625017"/>
              <a:ext cx="2852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latin typeface="Arial" panose="020B0604020202020204" pitchFamily="34" charset="0"/>
                  <a:ea typeface="ADLaM Display" panose="020F0502020204030204" pitchFamily="2" charset="0"/>
                  <a:cs typeface="Arial" panose="020B0604020202020204" pitchFamily="34" charset="0"/>
                </a:rPr>
                <a:t>D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2E1AC3A-50ED-3BF2-AC0D-0C64F07D64D3}"/>
                </a:ext>
              </a:extLst>
            </p:cNvPr>
            <p:cNvSpPr txBox="1"/>
            <p:nvPr/>
          </p:nvSpPr>
          <p:spPr>
            <a:xfrm>
              <a:off x="6071147" y="767992"/>
              <a:ext cx="27338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Modified Dataset (Erosional Feature)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0661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D8D6E-7AF4-7DAA-D94F-072AAE6F1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FF06C333-669F-8689-13C4-DCCC7A7BCCB0}"/>
              </a:ext>
            </a:extLst>
          </p:cNvPr>
          <p:cNvGrpSpPr/>
          <p:nvPr/>
        </p:nvGrpSpPr>
        <p:grpSpPr>
          <a:xfrm>
            <a:off x="3351984" y="767992"/>
            <a:ext cx="5453056" cy="5143025"/>
            <a:chOff x="3351984" y="767992"/>
            <a:chExt cx="5453056" cy="5143025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5E00DA3D-D7C6-E997-D498-90A065FAF813}"/>
                </a:ext>
              </a:extLst>
            </p:cNvPr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2319" y="1143000"/>
              <a:ext cx="2148840" cy="2286000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F164EC30-BE90-BA9D-8FFC-8D034B61B9DC}"/>
                </a:ext>
              </a:extLst>
            </p:cNvPr>
            <p:cNvPicPr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2319" y="3625017"/>
              <a:ext cx="2148840" cy="22860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4D4613B-FAB0-EC46-040D-C47A8A67AA51}"/>
                </a:ext>
              </a:extLst>
            </p:cNvPr>
            <p:cNvPicPr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3674" y="1143000"/>
              <a:ext cx="2148840" cy="2286000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9EA4BC64-EB9A-9845-7F81-A5613E9D26B1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53646" y="3625017"/>
              <a:ext cx="2148840" cy="22860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ED2A440-4681-89EF-758A-7549E6BC6872}"/>
                </a:ext>
              </a:extLst>
            </p:cNvPr>
            <p:cNvSpPr txBox="1"/>
            <p:nvPr/>
          </p:nvSpPr>
          <p:spPr>
            <a:xfrm>
              <a:off x="3351984" y="767992"/>
              <a:ext cx="26295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Original Dataset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42BD6AE-8FB0-E711-5665-74CC40F4A663}"/>
                </a:ext>
              </a:extLst>
            </p:cNvPr>
            <p:cNvSpPr txBox="1"/>
            <p:nvPr/>
          </p:nvSpPr>
          <p:spPr>
            <a:xfrm>
              <a:off x="6071147" y="767992"/>
              <a:ext cx="27338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Modified Dataset (Erosional Feature)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FB0A4AE-EC79-BB19-CA3B-3303B3A060D2}"/>
                </a:ext>
              </a:extLst>
            </p:cNvPr>
            <p:cNvSpPr txBox="1"/>
            <p:nvPr/>
          </p:nvSpPr>
          <p:spPr>
            <a:xfrm>
              <a:off x="3450329" y="1143000"/>
              <a:ext cx="2852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latin typeface="Arial" panose="020B0604020202020204" pitchFamily="34" charset="0"/>
                  <a:ea typeface="ADLaM Display" panose="020F0502020204030204" pitchFamily="2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3222D63-79D9-9158-C3D5-C253D5815768}"/>
                </a:ext>
              </a:extLst>
            </p:cNvPr>
            <p:cNvSpPr txBox="1"/>
            <p:nvPr/>
          </p:nvSpPr>
          <p:spPr>
            <a:xfrm>
              <a:off x="3450329" y="3625018"/>
              <a:ext cx="2852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latin typeface="Arial" panose="020B0604020202020204" pitchFamily="34" charset="0"/>
                  <a:ea typeface="ADLaM Display" panose="020F0502020204030204" pitchFamily="2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5616F1A-9FFA-0240-E680-AA2294828A01}"/>
                </a:ext>
              </a:extLst>
            </p:cNvPr>
            <p:cNvSpPr txBox="1"/>
            <p:nvPr/>
          </p:nvSpPr>
          <p:spPr>
            <a:xfrm>
              <a:off x="6210998" y="1143000"/>
              <a:ext cx="2852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latin typeface="Arial" panose="020B0604020202020204" pitchFamily="34" charset="0"/>
                  <a:ea typeface="ADLaM Display" panose="020F0502020204030204" pitchFamily="2" charset="0"/>
                  <a:cs typeface="Arial" panose="020B0604020202020204" pitchFamily="34" charset="0"/>
                </a:rPr>
                <a:t>C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7B2B3A0-4AAC-A468-CDBC-6F763F369510}"/>
                </a:ext>
              </a:extLst>
            </p:cNvPr>
            <p:cNvSpPr txBox="1"/>
            <p:nvPr/>
          </p:nvSpPr>
          <p:spPr>
            <a:xfrm>
              <a:off x="6211000" y="3625017"/>
              <a:ext cx="2852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latin typeface="Arial" panose="020B0604020202020204" pitchFamily="34" charset="0"/>
                  <a:ea typeface="ADLaM Display" panose="020F0502020204030204" pitchFamily="2" charset="0"/>
                  <a:cs typeface="Arial" panose="020B0604020202020204" pitchFamily="34" charset="0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79294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F5B2C5E-1376-F070-C34D-8384ACF88899}"/>
              </a:ext>
            </a:extLst>
          </p:cNvPr>
          <p:cNvSpPr txBox="1"/>
          <p:nvPr/>
        </p:nvSpPr>
        <p:spPr>
          <a:xfrm>
            <a:off x="4263720" y="501650"/>
            <a:ext cx="2629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Original Dataset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3950DA-E7F8-2C42-F2C3-D16F8D890FE7}"/>
              </a:ext>
            </a:extLst>
          </p:cNvPr>
          <p:cNvSpPr txBox="1"/>
          <p:nvPr/>
        </p:nvSpPr>
        <p:spPr>
          <a:xfrm>
            <a:off x="3439455" y="2260600"/>
            <a:ext cx="4278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Original Dataset (Erosional Feature)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AD04375-A064-B9D9-195A-8D83C97199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5059"/>
              </p:ext>
            </p:extLst>
          </p:nvPr>
        </p:nvGraphicFramePr>
        <p:xfrm>
          <a:off x="2031999" y="935566"/>
          <a:ext cx="7092951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64317">
                  <a:extLst>
                    <a:ext uri="{9D8B030D-6E8A-4147-A177-3AD203B41FA5}">
                      <a16:colId xmlns:a16="http://schemas.microsoft.com/office/drawing/2014/main" val="3785535982"/>
                    </a:ext>
                  </a:extLst>
                </a:gridCol>
                <a:gridCol w="2364317">
                  <a:extLst>
                    <a:ext uri="{9D8B030D-6E8A-4147-A177-3AD203B41FA5}">
                      <a16:colId xmlns:a16="http://schemas.microsoft.com/office/drawing/2014/main" val="3301832904"/>
                    </a:ext>
                  </a:extLst>
                </a:gridCol>
                <a:gridCol w="2364317">
                  <a:extLst>
                    <a:ext uri="{9D8B030D-6E8A-4147-A177-3AD203B41FA5}">
                      <a16:colId xmlns:a16="http://schemas.microsoft.com/office/drawing/2014/main" val="12130414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 Absolute Error (MAE)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R²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193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Missing Deposition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0.4328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83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Missing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0.0602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743540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F4C264F-EABD-5BF1-50AD-4B9D310C65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319718"/>
              </p:ext>
            </p:extLst>
          </p:nvPr>
        </p:nvGraphicFramePr>
        <p:xfrm>
          <a:off x="2031998" y="2687082"/>
          <a:ext cx="7092951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64317">
                  <a:extLst>
                    <a:ext uri="{9D8B030D-6E8A-4147-A177-3AD203B41FA5}">
                      <a16:colId xmlns:a16="http://schemas.microsoft.com/office/drawing/2014/main" val="3785535982"/>
                    </a:ext>
                  </a:extLst>
                </a:gridCol>
                <a:gridCol w="2364317">
                  <a:extLst>
                    <a:ext uri="{9D8B030D-6E8A-4147-A177-3AD203B41FA5}">
                      <a16:colId xmlns:a16="http://schemas.microsoft.com/office/drawing/2014/main" val="3301832904"/>
                    </a:ext>
                  </a:extLst>
                </a:gridCol>
                <a:gridCol w="2364317">
                  <a:extLst>
                    <a:ext uri="{9D8B030D-6E8A-4147-A177-3AD203B41FA5}">
                      <a16:colId xmlns:a16="http://schemas.microsoft.com/office/drawing/2014/main" val="12130414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 Absolute Error (MAE)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R²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193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Missing Deposition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0.1810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83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Missing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0.0566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0.6859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74354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7927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64</Words>
  <Application>Microsoft Office PowerPoint</Application>
  <PresentationFormat>Widescreen</PresentationFormat>
  <Paragraphs>32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 B8S</dc:creator>
  <cp:lastModifiedBy>RO B8S</cp:lastModifiedBy>
  <cp:revision>4</cp:revision>
  <cp:lastPrinted>2025-11-25T04:36:09Z</cp:lastPrinted>
  <dcterms:created xsi:type="dcterms:W3CDTF">2025-11-25T03:15:39Z</dcterms:created>
  <dcterms:modified xsi:type="dcterms:W3CDTF">2026-03-21T19:38:35Z</dcterms:modified>
</cp:coreProperties>
</file>